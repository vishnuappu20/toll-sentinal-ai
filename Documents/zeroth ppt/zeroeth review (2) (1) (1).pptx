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7" r:id="rId4"/>
    <p:sldId id="269" r:id="rId5"/>
    <p:sldId id="259" r:id="rId6"/>
    <p:sldId id="260" r:id="rId7"/>
    <p:sldId id="261" r:id="rId8"/>
    <p:sldId id="262" r:id="rId9"/>
    <p:sldId id="271" r:id="rId10"/>
    <p:sldId id="263" r:id="rId11"/>
    <p:sldId id="264" r:id="rId12"/>
    <p:sldId id="265" r:id="rId13"/>
    <p:sldId id="266" r:id="rId14"/>
    <p:sldId id="272" r:id="rId15"/>
    <p:sldId id="267" r:id="rId16"/>
    <p:sldId id="273" r:id="rId17"/>
    <p:sldId id="268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>
      <p:cViewPr varScale="1">
        <p:scale>
          <a:sx n="78" d="100"/>
          <a:sy n="78" d="100"/>
        </p:scale>
        <p:origin x="715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6C0FBF-8831-48F2-8348-217D21B2DAE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865710-CD10-47FD-AF8F-8069574DB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294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65710-CD10-47FD-AF8F-8069574DB40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084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B0584-23B4-488E-9285-190E9C00D057}" type="datetime1">
              <a:rPr lang="en-US" smtClean="0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7357A-193B-4155-A9E9-33650F11703C}" type="datetime1">
              <a:rPr lang="en-US" smtClean="0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871D7-0D22-443F-959E-F2CCCA0D160A}" type="datetime1">
              <a:rPr lang="en-US" smtClean="0"/>
              <a:t>1/3/2026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CC6322-E154-4153-9F9B-D612FD004A87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FA4A2-A891-4D93-978B-912F67E44D03}" type="datetime1">
              <a:rPr lang="en-US" smtClean="0"/>
              <a:t>1/3/2026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393382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1543" y="2026158"/>
            <a:ext cx="10852785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IN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1987B31-096F-4D37-B6D1-6742D1ACA223}" type="datetime1">
              <a:rPr lang="en-US" smtClean="0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>
        <a:defRPr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jraset.com/research-paper/finding-stolen-vehicles-using-traffic-cameras" TargetMode="External"/><Relationship Id="rId2" Type="http://schemas.openxmlformats.org/officeDocument/2006/relationships/hyperlink" Target="https://arxiv.org/abs/2412.1219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eeexplore.ieee.org/document/10601685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bstract/document/10837818" TargetMode="External"/><Relationship Id="rId2" Type="http://schemas.openxmlformats.org/officeDocument/2006/relationships/hyperlink" Target="https://www.researchgate.net/publication/389767336_Real_Time_Vehicle_Classification_Using_Deep_Learning-Smart_Traffic_Managemen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81000" y="560421"/>
            <a:ext cx="12115800" cy="1736373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693420" marR="5080" indent="-681355" algn="ctr">
              <a:lnSpc>
                <a:spcPts val="4320"/>
              </a:lnSpc>
              <a:spcBef>
                <a:spcPts val="640"/>
              </a:spcBef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Toll </a:t>
            </a:r>
            <a:r>
              <a:rPr lang="en-I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Sentinal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Ai:</a:t>
            </a:r>
            <a:b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AI-Based Vehicle Identification &amp; Verification System at Toll Plazas</a:t>
            </a:r>
            <a:endParaRPr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F959F-F6CF-7C0A-C69A-D3BB184F42D2}"/>
              </a:ext>
            </a:extLst>
          </p:cNvPr>
          <p:cNvSpPr txBox="1"/>
          <p:nvPr/>
        </p:nvSpPr>
        <p:spPr>
          <a:xfrm>
            <a:off x="676710" y="3810000"/>
            <a:ext cx="4885889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 details: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Vishnu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Hareendran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(TLY23CS126)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Sreelakshmi Tm-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(TLY23CS114)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Parthav Dileep S-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(TLY23CS084)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Thejus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Prakash-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(TLY23CS121)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D9480E-F095-8FB4-6AAC-BECCE53C864B}"/>
              </a:ext>
            </a:extLst>
          </p:cNvPr>
          <p:cNvSpPr txBox="1"/>
          <p:nvPr/>
        </p:nvSpPr>
        <p:spPr>
          <a:xfrm>
            <a:off x="7162800" y="3810000"/>
            <a:ext cx="59294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Guided By: </a:t>
            </a:r>
          </a:p>
          <a:p>
            <a:r>
              <a:rPr lang="en-IN" sz="2000" dirty="0" err="1"/>
              <a:t>Prof.Swathi</a:t>
            </a:r>
            <a:r>
              <a:rPr lang="en-IN" sz="2000" dirty="0"/>
              <a:t> Ajaykumar</a:t>
            </a:r>
          </a:p>
          <a:p>
            <a:r>
              <a:rPr lang="en-IN" sz="2000" dirty="0"/>
              <a:t>Assistant Professor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DE599C-526B-66E2-6714-824C43F1EBB4}"/>
              </a:ext>
            </a:extLst>
          </p:cNvPr>
          <p:cNvSpPr txBox="1"/>
          <p:nvPr/>
        </p:nvSpPr>
        <p:spPr>
          <a:xfrm>
            <a:off x="4267200" y="2784901"/>
            <a:ext cx="3189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Zeroth Review</a:t>
            </a:r>
          </a:p>
          <a:p>
            <a:pPr algn="ctr"/>
            <a:r>
              <a:rPr lang="en-IN" sz="2400" dirty="0"/>
              <a:t>05/01/2026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B70438-74CA-E3E0-F0E0-BC3D19A24B2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609600"/>
            <a:ext cx="393382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653048"/>
            <a:ext cx="11810999" cy="5182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Toll plazas are critical points for monitoring vehicle movement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 in fake number plates and stolen vehicles is a major concern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Criminal vehicles can pass undetected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verification is slow and prone to human error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AI-based systems improve accuracy and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alerts to authorities for suspicious or blacklisted vehicles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31171-9057-C7B7-438A-054138B106F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602906"/>
            <a:ext cx="76962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sz="4000" b="1" u="sng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000" b="1" u="sng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4000" b="1" u="sng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33400" y="1752600"/>
            <a:ext cx="10852785" cy="3824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design and develop an AI-based automated system for vehicle detection and verification at toll plazas. The system aims to identify fake number plates and stolen vehicles by comparing the detected vehicle details with a predefined database. This approach helps enhance toll plaza security and monitoring efficiency while minimizing manual inspection and reducing human error. Additionally, the system enables real-time vehicle verification and supports timely identification of suspicious vehicles.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B76A1-F5B9-6771-89B7-85868EEF094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64DD4-E865-4280-7B6E-CF1030B2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07" y="486490"/>
            <a:ext cx="7541261" cy="615553"/>
          </a:xfrm>
        </p:spPr>
        <p:txBody>
          <a:bodyPr/>
          <a:lstStyle/>
          <a:p>
            <a:r>
              <a:rPr lang="en-IN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0452D-7813-408D-61B3-AA5B3C36C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607" y="1524000"/>
            <a:ext cx="10852785" cy="4431983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Toll plazas serve as critical checkpoints for vehicle monitoring and law enforcement.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fake number plates and stolen vehicles manually is difficult and unreliable.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traffic density makes manual monitoring at toll plazas inefficient.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error and time delays reduce the effectiveness of traditional verification methods.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strong need for an automated system capable of real-time vehicle verification.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F3AB5-946A-0823-A5B9-84C114DBE7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472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47244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sz="4000" b="1" u="sng" spc="-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spc="-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300" y="1452445"/>
            <a:ext cx="11201400" cy="5182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Vehicle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Checking: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toll operators to visually inspect vehicles, which is time-consuming and prone to human error.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Monitoring: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Footage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reviewed after incidents, making real-time detection difficult.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Database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Integration: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details are not automatically verified with official or internal databases.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plates or stolen vehicles are often detected too late.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Operational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Effort: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Requires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 human monitoring, increasing workload and cost.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EED40-D1BB-A6A4-4232-A8112A12DA8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403913"/>
            <a:ext cx="456946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spc="-10" dirty="0">
                <a:solidFill>
                  <a:srgbClr val="2828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z="4000" b="1" u="sng" spc="-195" dirty="0">
                <a:solidFill>
                  <a:srgbClr val="2828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spc="-10" dirty="0">
                <a:solidFill>
                  <a:srgbClr val="2828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524000"/>
            <a:ext cx="10834093" cy="34387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automated vehicle detection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number plate recognition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model and color identification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verification of vehicle details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alert generation for mismatches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93606F-7ADB-1514-8474-483A4EEF4F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457200"/>
            <a:ext cx="456946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spc="-10" dirty="0">
                <a:solidFill>
                  <a:srgbClr val="2828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sz="4000" b="1" u="sng" spc="-185" dirty="0">
                <a:solidFill>
                  <a:srgbClr val="2828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spc="-10" dirty="0">
                <a:solidFill>
                  <a:srgbClr val="2828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A5F30-B495-FAB4-2174-7DA64E5E408A}"/>
              </a:ext>
            </a:extLst>
          </p:cNvPr>
          <p:cNvSpPr txBox="1"/>
          <p:nvPr/>
        </p:nvSpPr>
        <p:spPr>
          <a:xfrm>
            <a:off x="419100" y="1524000"/>
            <a:ext cx="11353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1.Karthik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Sivakoti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Detection and Classification for Toll Collection Using YOLOv11 and OCR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arxiv.2412.12191,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https://arxiv.org/abs/2412.12191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Karthikeyan R, Karthikeyan P,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Muthamizh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Selvan M, Babisha A, Suma Christal Mary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S,Swagatha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J. P(2025).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Finding Stolen Vehicles Using Traffic Cameras.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IJRASET – Journal for Research in Applied Science and Engineering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Technology,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://www.ijraset.com/research-paper/finding-stolen-vehicles-using-traffic-cameras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Twana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Mustafa,Murat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Karabatak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Car Model and Plate Detection System by Using Deep Learning Architectures.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Access,12, 107616 - 107630,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https://ieeexplore.ieee.org/document/10601685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62DEA-7293-931F-B7A4-1CC37EFB73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1543" y="457200"/>
            <a:ext cx="441706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sz="4000" b="1" u="sng" spc="-18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61543" y="1447800"/>
            <a:ext cx="11478057" cy="4641911"/>
          </a:xfrm>
          <a:prstGeom prst="rect">
            <a:avLst/>
          </a:prstGeom>
        </p:spPr>
        <p:txBody>
          <a:bodyPr vert="horz" wrap="square" lIns="0" tIns="207898" rIns="0" bIns="0" rtlCol="0">
            <a:spAutoFit/>
          </a:bodyPr>
          <a:lstStyle/>
          <a:p>
            <a:pPr algn="just"/>
            <a:r>
              <a:rPr lang="en-IN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Tejasva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Maurya,Saurabh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Kumar,Mritunjay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Rai,Abhishek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Saxena (2025).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Time Vehicle Classification Using Deep Learning—Smart Traffic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Researchgate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10.1002/eng2.70082,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https://www.researchgate.net/publication/389767336_Real_Time_Vehicle_Classification_Using_Deep_Learning-Smart_Traffic_Management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Ramani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Manoj Sai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K Sohail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 Manikanta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Fake Number Plate Detection And Analysis With Raspberry Pi And Deep Learning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 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Xplore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4th Asian Conference on Innovation in Technology (ASIANCON).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https://ieeexplore.ieee.org/abstract/document/10837818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5E3CB-896B-FF39-F3F6-CCB98C16170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1EC83B0-0A80-9045-0040-3BC03EBB9BE8}"/>
              </a:ext>
            </a:extLst>
          </p:cNvPr>
          <p:cNvSpPr txBox="1"/>
          <p:nvPr/>
        </p:nvSpPr>
        <p:spPr>
          <a:xfrm>
            <a:off x="457200" y="228600"/>
            <a:ext cx="1066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u="sng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Comparison table of </a:t>
            </a:r>
            <a:r>
              <a:rPr lang="en-IN" sz="4000" b="1" u="sng" spc="-1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reasearch</a:t>
            </a:r>
            <a:r>
              <a:rPr lang="en-IN" sz="4000" b="1" u="sng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papers</a:t>
            </a:r>
            <a:endParaRPr lang="en-IN" sz="4000" dirty="0">
              <a:latin typeface="+mn-lt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081C428-1201-B9DB-4F51-D67A7DC24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300085"/>
              </p:ext>
            </p:extLst>
          </p:nvPr>
        </p:nvGraphicFramePr>
        <p:xfrm>
          <a:off x="457200" y="1066802"/>
          <a:ext cx="11277600" cy="5333998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160056950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95708634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148623699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39711057"/>
                    </a:ext>
                  </a:extLst>
                </a:gridCol>
              </a:tblGrid>
              <a:tr h="447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HOW IT RELATES TO OUR PROJECT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103024"/>
                  </a:ext>
                </a:extLst>
              </a:tr>
              <a:tr h="1013670">
                <a:tc>
                  <a:txBody>
                    <a:bodyPr/>
                    <a:lstStyle/>
                    <a:p>
                      <a:r>
                        <a:rPr lang="en-US" sz="1200" b="1" dirty="0"/>
                        <a:t>Vehicle Detection and Classification for Toll Collection Using YOLO and OCR (2024)</a:t>
                      </a:r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Uses YOLO for vehicle detection and OCR for automatic toll collection based on number plate recognition.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Focuses mainly on toll collection; limited emphasis on vehicle verification and security aspects.</a:t>
                      </a:r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Provides a foundation for vehicle detection and number plate recognition used in our system</a:t>
                      </a:r>
                      <a:endParaRPr lang="en-IN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31687"/>
                  </a:ext>
                </a:extLst>
              </a:tr>
              <a:tr h="1013670">
                <a:tc>
                  <a:txBody>
                    <a:bodyPr/>
                    <a:lstStyle/>
                    <a:p>
                      <a:r>
                        <a:rPr lang="en-US" sz="1200" b="1" dirty="0"/>
                        <a:t>Finding Stolen Vehicles Using Traffic Cameras (2025)</a:t>
                      </a:r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Detects stolen vehicles by comparing captured number plates with a database using traffic cameras.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Relies heavily on number plate accuracy; does not include vehicle attributes like color or model.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Supports the concept of database-based verification of stolen vehicles in our project.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68646"/>
                  </a:ext>
                </a:extLst>
              </a:tr>
              <a:tr h="1013670">
                <a:tc>
                  <a:txBody>
                    <a:bodyPr/>
                    <a:lstStyle/>
                    <a:p>
                      <a:r>
                        <a:rPr lang="en-US" sz="1200" b="1" dirty="0"/>
                        <a:t>Real-Time Car Model and Plate Detection System Using Deep Learning (2024)</a:t>
                      </a:r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Uses deep learning to identify car models and detect number plates in real time.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High computational complexity; limited discussion on deployment in real traffic environments.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Influences vehicle model identification and deep learning-based recognition approach in our project.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222319"/>
                  </a:ext>
                </a:extLst>
              </a:tr>
              <a:tr h="831417">
                <a:tc>
                  <a:txBody>
                    <a:bodyPr/>
                    <a:lstStyle/>
                    <a:p>
                      <a:r>
                        <a:rPr lang="en-US" sz="1200" b="1" dirty="0"/>
                        <a:t>Real-Time Vehicle Classification Using Deep Learning – Smart Traffic Management (2025)</a:t>
                      </a:r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Classifies different vehicle types using deep learning for traffic management applications.</a:t>
                      </a:r>
                      <a:endParaRPr lang="en-US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98" marR="38198" marT="19099" marB="1909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Designed mainly for traffic analysis, not for security or vehicle verification.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Helps in vehicle type classification (car, bus, truck, bike) used in our system.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73787"/>
                  </a:ext>
                </a:extLst>
              </a:tr>
              <a:tr h="101367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Real-Time Fake Number Plate Detection with Raspberry Pi and Deep Learning (2024)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Detects fake number plates using deep learning models deployed on Raspberry Pi.</a:t>
                      </a:r>
                      <a:endParaRPr lang="en-US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98" marR="38198" marT="19099" marB="1909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Hardware limitations affect performance and scalability in high-traffic toll plazas.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Supports fake number plate detection logic integrated into our AI-based verification system.</a:t>
                      </a:r>
                    </a:p>
                    <a:p>
                      <a:endParaRPr lang="en-IN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477686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1FB5A8-BFC0-4FAE-8120-176DAFA6B1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52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600" y="203061"/>
            <a:ext cx="56388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sz="4000" b="1" u="sng" spc="-1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4000" b="1" u="sng"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00D90B-A3A2-C532-D560-B3CC84395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066800"/>
            <a:ext cx="8610600" cy="54864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9C0F1B-900D-4AAA-56A7-FFB9A6C17B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47244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4000" b="1" u="sng" spc="-14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sz="4000" b="1" u="sng" spc="-13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066800"/>
            <a:ext cx="9996170" cy="623805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1: Video Acquisition &amp; Frontend Interface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frontend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provided for user interaction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recorded vehicle videos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the interface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can also be integrated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CCTV cameras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toll plazas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video input is sent to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Django backend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processing</a:t>
            </a:r>
          </a:p>
          <a:p>
            <a:pPr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2: Video Frame Extraction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video is processed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is divided into individual frames at regular intervals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frames are forwarded for AI-based analysis</a:t>
            </a:r>
          </a:p>
          <a:p>
            <a:pPr marL="240665" indent="-227965">
              <a:lnSpc>
                <a:spcPct val="15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D53AD-0285-4407-625A-6233A42537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479806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4000" b="1" u="sng" spc="-14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sz="4000" b="1" u="sng" spc="-13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164644"/>
            <a:ext cx="10333990" cy="5671233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3: Vehicle Detection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detect vehicles from extracted frames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Vehicles such as cars, bikes, buses, and trucks are identified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vehicle regions are passed to subsequent modules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4: Number Plate Detection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plate regions are detected using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YOLOv8-based model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plates are isolated from vehicle images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 images are prepared for text extraction</a:t>
            </a:r>
          </a:p>
          <a:p>
            <a:pPr marL="240029" indent="-227329">
              <a:lnSpc>
                <a:spcPct val="15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B764C-7F8F-FA0E-9322-FDE2CDE58B4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3126" y="533400"/>
            <a:ext cx="510286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4000" b="1" u="sng" spc="-14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sz="4000" b="1" u="sng" spc="-1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u="sng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668" y="1447800"/>
            <a:ext cx="9827261" cy="2913426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5: Vehicle Attribute Recognition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identify vehicle attributes such as type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 data is combined with number plate information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accuracy in vehicle verification</a:t>
            </a:r>
          </a:p>
          <a:p>
            <a:pPr marL="240029" indent="-227329">
              <a:lnSpc>
                <a:spcPct val="150000"/>
              </a:lnSpc>
              <a:spcBef>
                <a:spcPts val="765"/>
              </a:spcBef>
              <a:buFont typeface="Arial MT"/>
              <a:buChar char="•"/>
              <a:tabLst>
                <a:tab pos="240029" algn="l"/>
              </a:tabLst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D6FE3-4373-AADB-E24F-538FD7FE89F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9A7E1C-F1DE-E2E7-8F0D-A0F30DF4E3D9}"/>
              </a:ext>
            </a:extLst>
          </p:cNvPr>
          <p:cNvSpPr txBox="1"/>
          <p:nvPr/>
        </p:nvSpPr>
        <p:spPr>
          <a:xfrm>
            <a:off x="609600" y="609600"/>
            <a:ext cx="112776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/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zeroth review presents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Toll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Sentinal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AI-based automated vehicle identification and verification system designed for toll plaza security. The proposed system integrates YOLOv8-based vehicle detection, number plate recognition, and database verification to identify fake number plates and stolen vehicles. By minimizing manual inspection and enabling real-time monitoring, the system offers a scalable and efficient solution for enhancing toll plaza surveillance.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4AEE-4255-2399-168E-D40ED29D69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189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" y="418976"/>
            <a:ext cx="393382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u="sng" spc="-3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1EE10C-F961-2B2A-8248-2A888ADFE39E}"/>
              </a:ext>
            </a:extLst>
          </p:cNvPr>
          <p:cNvSpPr txBox="1"/>
          <p:nvPr/>
        </p:nvSpPr>
        <p:spPr>
          <a:xfrm>
            <a:off x="342900" y="1600200"/>
            <a:ext cx="11506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Shjarback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A., &amp; Sarkos, J. A. (2025). An Evaluation of a Major Expansion in    Automated License Plate Reader (ALPR) Technology. Justice Evaluation Journal, 1-18.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Kumawat, K., Jain, A., &amp; Tiwari, N. (2024). Relevance of automatic number plate recognition systems in vehicle theft detection. Engineering Proceedings, 59(1), 185.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Mukaram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Safaldin,Nizar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Zaghden,Mahmoud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MejdoubAn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YOLOv8 to Detect Moving Objects Jan 2024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Aug 2024 Caixia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Lv,Usha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Mittal,vishu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Madaan,Prateek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Agrawal Vehicle detection and classification using an ensemble of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EfficientDet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YOLOv8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BEB1EA-372C-8884-371F-EAA8D1B4EA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E165B4-355D-191F-D985-45AA71908674}"/>
              </a:ext>
            </a:extLst>
          </p:cNvPr>
          <p:cNvSpPr txBox="1"/>
          <p:nvPr/>
        </p:nvSpPr>
        <p:spPr>
          <a:xfrm>
            <a:off x="457200" y="1371600"/>
            <a:ext cx="112014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T. Azfar, J. Li, H. Yu, R. L. Cheu, Y.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R. Ke, “Deep learning-based computer vision methods for complex traffic environments perception: A review,” 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Sci. for Transp.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6, no. 1, p. 1, Apr. 2024.</a:t>
            </a:r>
          </a:p>
          <a:p>
            <a:pPr algn="just"/>
            <a:endParaRPr lang="en-IN" sz="2400" dirty="0"/>
          </a:p>
          <a:p>
            <a:pPr algn="just"/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[6] Chughtai, B. R., &amp; Jalal, A. (2024, February). Traffic surveillance system: robust multiclass vehicle detection and classification. In 2024 5th International conference on advancements in computational sciences (ICACS) (pp. 1-8). IEEE.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55A8F5-42F5-97C6-6ED6-91BEFCC53D37}"/>
              </a:ext>
            </a:extLst>
          </p:cNvPr>
          <p:cNvSpPr txBox="1"/>
          <p:nvPr/>
        </p:nvSpPr>
        <p:spPr>
          <a:xfrm>
            <a:off x="457200" y="22860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spc="-3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0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728E229-EAB7-D1D6-2374-2FE65E66413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713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DEAE80-41F5-41EC-37DD-B392EF7912F1}"/>
              </a:ext>
            </a:extLst>
          </p:cNvPr>
          <p:cNvSpPr txBox="1"/>
          <p:nvPr/>
        </p:nvSpPr>
        <p:spPr>
          <a:xfrm>
            <a:off x="3505200" y="2590800"/>
            <a:ext cx="495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6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29F424-5EBF-F236-484D-9E515FFD4F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17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836</TotalTime>
  <Words>1435</Words>
  <Application>Microsoft Office PowerPoint</Application>
  <PresentationFormat>Widescreen</PresentationFormat>
  <Paragraphs>152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MT</vt:lpstr>
      <vt:lpstr>Calibri</vt:lpstr>
      <vt:lpstr>Calibri Light</vt:lpstr>
      <vt:lpstr>Times New Roman</vt:lpstr>
      <vt:lpstr>Office Theme</vt:lpstr>
      <vt:lpstr>Toll Sentinal Ai: AI-Based Vehicle Identification &amp; Verification System at Toll Plazas</vt:lpstr>
      <vt:lpstr>Introduction</vt:lpstr>
      <vt:lpstr>Objective of the project</vt:lpstr>
      <vt:lpstr>Motivation</vt:lpstr>
      <vt:lpstr>Existing System</vt:lpstr>
      <vt:lpstr>Proposed System</vt:lpstr>
      <vt:lpstr>Literature Review</vt:lpstr>
      <vt:lpstr>Literature Review</vt:lpstr>
      <vt:lpstr>PowerPoint Presentation</vt:lpstr>
      <vt:lpstr>Basic Block Diagram</vt:lpstr>
      <vt:lpstr>Project work plan</vt:lpstr>
      <vt:lpstr>Project work plan</vt:lpstr>
      <vt:lpstr>Project work plan</vt:lpstr>
      <vt:lpstr>PowerPoint Presentation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Amrutha Amrutha</dc:creator>
  <cp:lastModifiedBy>VISHNU HAREENDRAN</cp:lastModifiedBy>
  <cp:revision>5</cp:revision>
  <dcterms:created xsi:type="dcterms:W3CDTF">2025-12-28T13:07:15Z</dcterms:created>
  <dcterms:modified xsi:type="dcterms:W3CDTF">2026-01-03T16:13:45Z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2024-08-26T00:00:00Z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2025-12-28T00:00:00Z</vt:filetime>
  </property>
  <property fmtid="{D5CDD505-2E9C-101B-9397-08002B2CF9AE}" pid="5" name="Producer">
    <vt:lpwstr>Microsoft® PowerPoint® 2019</vt:lpwstr>
  </property>
</Properties>
</file>